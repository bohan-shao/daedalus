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5156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ML Research Agent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Recommender Systems  ·  KuaiRand-Pure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primary  0.6120   vs   baseline  0.5946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+0.0174  (≈ 20× baseline std)  ·  50 iterations  ·  0 human interventions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Nuoyan Xu  ·  Bohan Shao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MLE iteration loop — repetitive &amp; mechanical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Machine-learning engineers run this cycle over and over to push a score higher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65960" y="21945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194560" y="20116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20116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11880" y="21945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840480" y="20116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20116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 features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57800" y="21945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0" y="20116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0116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+ tune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21945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132320" y="20116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0" y="20116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108960" y="3383280"/>
            <a:ext cx="2926080" cy="822960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3108960" y="33832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 + revise (feed the next round)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4389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exactly the kind of structured, code-producing loop a code-generating LLM can automate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458200" y="46177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8458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 — an agent that runs the loop on its own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ML-Master, an MCTS-driven agent (SOTA on MLE-Bench)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840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3852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writes code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359152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v4-pro proposes a full training script each turn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63440" y="1828800"/>
            <a:ext cx="3840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93852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executes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2359152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it, captures the validation score (GAUC / nDCG@5)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3840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49300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reflects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913632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LLM reads the log, judges bugs, extracts the metric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63440" y="3383280"/>
            <a:ext cx="3840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349300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MCTS decides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3913632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search picks the next branch: draft / improve / debug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458200" y="46177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Adapting ML-Master to KuaiRand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layers of work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7863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28800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Set up the task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167128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wrote date-based splits, GAUC/nDCG@5 evaluation, and submission format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7863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880360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Hints, not answers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218688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gave the agent the organizer’s headroom directions + validated references (DIN, AutoInt), leaving every improvement to the agent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840480"/>
            <a:ext cx="7863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Independent validation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270248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hypothesis scored on the held-out validation split; final submission checked against the official submit.py harness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458200" y="46177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8458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winning stack — discovered by the agent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deep model: LightGBM LambdaRank + past-only historical features</a:t>
            </a:r>
            <a:endParaRPr lang="en-US" sz="1500" dirty="0"/>
          </a:p>
        </p:txBody>
      </p:sp>
      <p:pic>
        <p:nvPicPr>
          <p:cNvPr id="4" name="Image 0" descr="/Users/nick/Hack/kuairand-recommender-agent/video_assets/06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731520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started from AutoInt/DIN references and self-discovered this simpler, stronger recipe.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458200" y="46177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4"/>
          <p:cNvSpPr/>
          <p:nvPr/>
        </p:nvSpPr>
        <p:spPr>
          <a:xfrm>
            <a:off x="8458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beating the official baseline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Hidden-test: GAUC +0.0207 · nDCG@5 +0.0141 · primary +0.0174</a:t>
            </a:r>
            <a:endParaRPr lang="en-US" sz="1500" dirty="0"/>
          </a:p>
        </p:txBody>
      </p:sp>
      <p:pic>
        <p:nvPicPr>
          <p:cNvPr id="4" name="Image 0" descr="/Users/nick/Hack/kuairand-recommender-agent/video_assets/02_scor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749808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46177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3"/>
          <p:cNvSpPr/>
          <p:nvPr/>
        </p:nvSpPr>
        <p:spPr>
          <a:xfrm>
            <a:off x="8458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autonomous — 0 human interventions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proposed, implemented, evaluated, and revised all 50 iterations on its own</a:t>
            </a:r>
            <a:endParaRPr lang="en-US" sz="1500" dirty="0"/>
          </a:p>
        </p:txBody>
      </p:sp>
      <p:pic>
        <p:nvPicPr>
          <p:cNvPr id="4" name="Image 0" descr="/Users/nick/Hack/kuairand-recommender-agent/video_assets/03_iteration_traj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749808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46177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3"/>
          <p:cNvSpPr/>
          <p:nvPr/>
        </p:nvSpPr>
        <p:spPr>
          <a:xfrm>
            <a:off x="8458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Catching label leakage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once “scored” 0.84 by feeding is_click as a feature — we forbade it at the source</a:t>
            </a:r>
            <a:endParaRPr lang="en-US" sz="1500" dirty="0"/>
          </a:p>
        </p:txBody>
      </p:sp>
      <p:pic>
        <p:nvPicPr>
          <p:cNvPr id="4" name="Image 0" descr="/Users/nick/Hack/kuairand-recommender-agent/video_assets/04_leakage_gu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737360"/>
            <a:ext cx="694944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46177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3"/>
          <p:cNvSpPr/>
          <p:nvPr/>
        </p:nvSpPr>
        <p:spPr>
          <a:xfrm>
            <a:off x="8458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negative result worth keeping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Recency-decay was learned negative — long-term taste dominates long_view</a:t>
            </a:r>
            <a:endParaRPr lang="en-US" sz="1500" dirty="0"/>
          </a:p>
        </p:txBody>
      </p:sp>
      <p:pic>
        <p:nvPicPr>
          <p:cNvPr id="4" name="Image 0" descr="/Users/nick/Hack/kuairand-recommender-agent/video_assets/05_time_dec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737360"/>
            <a:ext cx="694944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46177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3"/>
          <p:cNvSpPr/>
          <p:nvPr/>
        </p:nvSpPr>
        <p:spPr>
          <a:xfrm>
            <a:off x="8458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we hit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7863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90195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Reasoning-model LLM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788920" y="1901952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 “thinking” burned the token budget; disabling it cut latency 287s → 21s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7863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6207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leakage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2862072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gamed the metric with is_click; fixed by a leakage rule in the task description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7863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8221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 vs. results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3822192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much guidance kills the Autonomy score, too little wastes the 50-iteration budget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458200" y="46177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4582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468880" y="137160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primary 0.6120 vs baseline 0.5946  (+0.0174, ≈20× std)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68880" y="214884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MCTS-driven agent → LightGBM LambdaRank + historical features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68880" y="29260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iterations, 0 human interventions, 21 bugs self-recovered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468880" y="370332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Nuoyan Xu (agent &amp; adaptation)  ·  Bohan Shao (modeling &amp; baselines)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5262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github.com/bohan-shao/Daedalus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ML Research Agent for Recommender Systems</dc:title>
  <dc:subject>PptxGenJS Presentation</dc:subject>
  <dc:creator>Nuoyan Xu, Bohan Shao</dc:creator>
  <cp:lastModifiedBy>Nuoyan Xu, Bohan Shao</cp:lastModifiedBy>
  <cp:revision>1</cp:revision>
  <dcterms:created xsi:type="dcterms:W3CDTF">2026-08-31T12:29:59Z</dcterms:created>
  <dcterms:modified xsi:type="dcterms:W3CDTF">2026-08-31T12:29:59Z</dcterms:modified>
</cp:coreProperties>
</file>